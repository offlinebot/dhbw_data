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7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681788" cy="98123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2F8020-4B82-4776-9A8E-B02D06FC2137}" v="29" dt="2025-03-05T15:04:08.8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  <p:guide orient="horz" pos="162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895600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700" tIns="44850" rIns="89700" bIns="4485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784600" y="0"/>
            <a:ext cx="2895600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700" tIns="44850" rIns="89700" bIns="4485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1438" y="736600"/>
            <a:ext cx="6538912" cy="3679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68338" y="4660901"/>
            <a:ext cx="5345112" cy="4414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700" tIns="44850" rIns="89700" bIns="4485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320214"/>
            <a:ext cx="28956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700" tIns="44850" rIns="89700" bIns="4485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784600" y="9320214"/>
            <a:ext cx="28956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700" tIns="44850" rIns="89700" bIns="4485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58eb6dfa37_0_0:notes"/>
          <p:cNvSpPr txBox="1">
            <a:spLocks noGrp="1"/>
          </p:cNvSpPr>
          <p:nvPr>
            <p:ph type="body" idx="1"/>
          </p:nvPr>
        </p:nvSpPr>
        <p:spPr>
          <a:xfrm>
            <a:off x="668338" y="4660901"/>
            <a:ext cx="5345100" cy="4414800"/>
          </a:xfrm>
          <a:prstGeom prst="rect">
            <a:avLst/>
          </a:prstGeom>
        </p:spPr>
        <p:txBody>
          <a:bodyPr spcFirstLastPara="1" wrap="square" lIns="89700" tIns="44850" rIns="89700" bIns="44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g258eb6dfa3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438" y="736600"/>
            <a:ext cx="6538800" cy="3679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5c9a3c6807_0_366:notes"/>
          <p:cNvSpPr txBox="1">
            <a:spLocks noGrp="1"/>
          </p:cNvSpPr>
          <p:nvPr>
            <p:ph type="body" idx="1"/>
          </p:nvPr>
        </p:nvSpPr>
        <p:spPr>
          <a:xfrm>
            <a:off x="668338" y="4660901"/>
            <a:ext cx="5345100" cy="4414800"/>
          </a:xfrm>
          <a:prstGeom prst="rect">
            <a:avLst/>
          </a:prstGeom>
        </p:spPr>
        <p:txBody>
          <a:bodyPr spcFirstLastPara="1" wrap="square" lIns="89700" tIns="44850" rIns="89700" bIns="44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g25c9a3c6807_0_3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438" y="736600"/>
            <a:ext cx="6538800" cy="3679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752524ae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438" y="736600"/>
            <a:ext cx="6538800" cy="3679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752524aeba_0_0:notes"/>
          <p:cNvSpPr txBox="1">
            <a:spLocks noGrp="1"/>
          </p:cNvSpPr>
          <p:nvPr>
            <p:ph type="body" idx="1"/>
          </p:nvPr>
        </p:nvSpPr>
        <p:spPr>
          <a:xfrm>
            <a:off x="668338" y="4660901"/>
            <a:ext cx="5345100" cy="4414800"/>
          </a:xfrm>
          <a:prstGeom prst="rect">
            <a:avLst/>
          </a:prstGeom>
        </p:spPr>
        <p:txBody>
          <a:bodyPr spcFirstLastPara="1" wrap="square" lIns="89700" tIns="44850" rIns="89700" bIns="44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g2752524aeba_0_0:notes"/>
          <p:cNvSpPr txBox="1">
            <a:spLocks noGrp="1"/>
          </p:cNvSpPr>
          <p:nvPr>
            <p:ph type="sldNum" idx="12"/>
          </p:nvPr>
        </p:nvSpPr>
        <p:spPr>
          <a:xfrm>
            <a:off x="3784600" y="9320214"/>
            <a:ext cx="2895600" cy="490500"/>
          </a:xfrm>
          <a:prstGeom prst="rect">
            <a:avLst/>
          </a:prstGeom>
        </p:spPr>
        <p:txBody>
          <a:bodyPr spcFirstLastPara="1" wrap="square" lIns="89700" tIns="44850" rIns="89700" bIns="448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6dd31f231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438" y="736600"/>
            <a:ext cx="6538800" cy="3679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6dd31f2310_0_0:notes"/>
          <p:cNvSpPr txBox="1">
            <a:spLocks noGrp="1"/>
          </p:cNvSpPr>
          <p:nvPr>
            <p:ph type="body" idx="1"/>
          </p:nvPr>
        </p:nvSpPr>
        <p:spPr>
          <a:xfrm>
            <a:off x="668338" y="4660901"/>
            <a:ext cx="5345100" cy="4414800"/>
          </a:xfrm>
          <a:prstGeom prst="rect">
            <a:avLst/>
          </a:prstGeom>
        </p:spPr>
        <p:txBody>
          <a:bodyPr spcFirstLastPara="1" wrap="square" lIns="89700" tIns="44850" rIns="89700" bIns="44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6dd31f2310_0_0:notes"/>
          <p:cNvSpPr txBox="1">
            <a:spLocks noGrp="1"/>
          </p:cNvSpPr>
          <p:nvPr>
            <p:ph type="sldNum" idx="12"/>
          </p:nvPr>
        </p:nvSpPr>
        <p:spPr>
          <a:xfrm>
            <a:off x="3784600" y="9320214"/>
            <a:ext cx="2895600" cy="490500"/>
          </a:xfrm>
          <a:prstGeom prst="rect">
            <a:avLst/>
          </a:prstGeom>
        </p:spPr>
        <p:txBody>
          <a:bodyPr spcFirstLastPara="1" wrap="square" lIns="89700" tIns="44850" rIns="89700" bIns="448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6dd31f2310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438" y="736600"/>
            <a:ext cx="6538800" cy="3679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6dd31f2310_0_8:notes"/>
          <p:cNvSpPr txBox="1">
            <a:spLocks noGrp="1"/>
          </p:cNvSpPr>
          <p:nvPr>
            <p:ph type="body" idx="1"/>
          </p:nvPr>
        </p:nvSpPr>
        <p:spPr>
          <a:xfrm>
            <a:off x="668338" y="4660901"/>
            <a:ext cx="5345100" cy="4414800"/>
          </a:xfrm>
          <a:prstGeom prst="rect">
            <a:avLst/>
          </a:prstGeom>
        </p:spPr>
        <p:txBody>
          <a:bodyPr spcFirstLastPara="1" wrap="square" lIns="89700" tIns="44850" rIns="89700" bIns="44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g26dd31f2310_0_8:notes"/>
          <p:cNvSpPr txBox="1">
            <a:spLocks noGrp="1"/>
          </p:cNvSpPr>
          <p:nvPr>
            <p:ph type="sldNum" idx="12"/>
          </p:nvPr>
        </p:nvSpPr>
        <p:spPr>
          <a:xfrm>
            <a:off x="3784600" y="9320214"/>
            <a:ext cx="2895600" cy="490500"/>
          </a:xfrm>
          <a:prstGeom prst="rect">
            <a:avLst/>
          </a:prstGeom>
        </p:spPr>
        <p:txBody>
          <a:bodyPr spcFirstLastPara="1" wrap="square" lIns="89700" tIns="44850" rIns="89700" bIns="448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6dd31f2310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438" y="736600"/>
            <a:ext cx="6538800" cy="3679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6dd31f2310_0_16:notes"/>
          <p:cNvSpPr txBox="1">
            <a:spLocks noGrp="1"/>
          </p:cNvSpPr>
          <p:nvPr>
            <p:ph type="body" idx="1"/>
          </p:nvPr>
        </p:nvSpPr>
        <p:spPr>
          <a:xfrm>
            <a:off x="668338" y="4660901"/>
            <a:ext cx="5345100" cy="4414800"/>
          </a:xfrm>
          <a:prstGeom prst="rect">
            <a:avLst/>
          </a:prstGeom>
        </p:spPr>
        <p:txBody>
          <a:bodyPr spcFirstLastPara="1" wrap="square" lIns="89700" tIns="44850" rIns="89700" bIns="44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6dd31f2310_0_16:notes"/>
          <p:cNvSpPr txBox="1">
            <a:spLocks noGrp="1"/>
          </p:cNvSpPr>
          <p:nvPr>
            <p:ph type="sldNum" idx="12"/>
          </p:nvPr>
        </p:nvSpPr>
        <p:spPr>
          <a:xfrm>
            <a:off x="3784600" y="9320214"/>
            <a:ext cx="2895600" cy="490500"/>
          </a:xfrm>
          <a:prstGeom prst="rect">
            <a:avLst/>
          </a:prstGeom>
        </p:spPr>
        <p:txBody>
          <a:bodyPr spcFirstLastPara="1" wrap="square" lIns="89700" tIns="44850" rIns="89700" bIns="448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6dd31f231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438" y="736600"/>
            <a:ext cx="6538800" cy="3679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6dd31f2310_0_24:notes"/>
          <p:cNvSpPr txBox="1">
            <a:spLocks noGrp="1"/>
          </p:cNvSpPr>
          <p:nvPr>
            <p:ph type="body" idx="1"/>
          </p:nvPr>
        </p:nvSpPr>
        <p:spPr>
          <a:xfrm>
            <a:off x="668338" y="4660901"/>
            <a:ext cx="5345100" cy="4414800"/>
          </a:xfrm>
          <a:prstGeom prst="rect">
            <a:avLst/>
          </a:prstGeom>
        </p:spPr>
        <p:txBody>
          <a:bodyPr spcFirstLastPara="1" wrap="square" lIns="89700" tIns="44850" rIns="89700" bIns="44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26dd31f2310_0_24:notes"/>
          <p:cNvSpPr txBox="1">
            <a:spLocks noGrp="1"/>
          </p:cNvSpPr>
          <p:nvPr>
            <p:ph type="sldNum" idx="12"/>
          </p:nvPr>
        </p:nvSpPr>
        <p:spPr>
          <a:xfrm>
            <a:off x="3784600" y="9320214"/>
            <a:ext cx="2895600" cy="490500"/>
          </a:xfrm>
          <a:prstGeom prst="rect">
            <a:avLst/>
          </a:prstGeom>
        </p:spPr>
        <p:txBody>
          <a:bodyPr spcFirstLastPara="1" wrap="square" lIns="89700" tIns="44850" rIns="89700" bIns="448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">
  <p:cSld name="Titelfoli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"/>
          <p:cNvSpPr/>
          <p:nvPr/>
        </p:nvSpPr>
        <p:spPr>
          <a:xfrm>
            <a:off x="179512" y="123478"/>
            <a:ext cx="5256584" cy="7920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" name="Google Shape;21;p2"/>
          <p:cNvGrpSpPr/>
          <p:nvPr/>
        </p:nvGrpSpPr>
        <p:grpSpPr>
          <a:xfrm>
            <a:off x="198338" y="298616"/>
            <a:ext cx="4431829" cy="688958"/>
            <a:chOff x="250825" y="260648"/>
            <a:chExt cx="5222875" cy="936104"/>
          </a:xfrm>
        </p:grpSpPr>
        <p:pic>
          <p:nvPicPr>
            <p:cNvPr id="22" name="Google Shape;22;p2" descr="DHBW_d_RV_WEB_150dpi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50825" y="260648"/>
              <a:ext cx="2679700" cy="933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23;p2" descr="DHBW_d_RV_WEB_150dpi"/>
            <p:cNvPicPr preferRelativeResize="0"/>
            <p:nvPr/>
          </p:nvPicPr>
          <p:blipFill rotWithShape="1">
            <a:blip r:embed="rId3">
              <a:alphaModFix/>
            </a:blip>
            <a:srcRect r="-18176"/>
            <a:stretch/>
          </p:blipFill>
          <p:spPr>
            <a:xfrm>
              <a:off x="2582863" y="263302"/>
              <a:ext cx="2890837" cy="9334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pic>
      </p:grpSp>
      <p:pic>
        <p:nvPicPr>
          <p:cNvPr id="24" name="Google Shape;24;p2" descr="Streifen_Titelmast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" y="3869197"/>
            <a:ext cx="9180513" cy="1294841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2"/>
          <p:cNvSpPr txBox="1"/>
          <p:nvPr/>
        </p:nvSpPr>
        <p:spPr>
          <a:xfrm>
            <a:off x="2771800" y="4343410"/>
            <a:ext cx="356076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www.ravensburg.dhbw.de</a:t>
            </a: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 txBox="1">
            <a:spLocks noGrp="1"/>
          </p:cNvSpPr>
          <p:nvPr>
            <p:ph type="subTitle" idx="1"/>
          </p:nvPr>
        </p:nvSpPr>
        <p:spPr>
          <a:xfrm>
            <a:off x="539552" y="2208453"/>
            <a:ext cx="8136904" cy="36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None/>
              <a:defRPr sz="24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Clr>
                <a:srgbClr val="9AA0A3"/>
              </a:buClr>
              <a:buSzPts val="1710"/>
              <a:buNone/>
              <a:defRPr>
                <a:solidFill>
                  <a:srgbClr val="9AA0A3"/>
                </a:solidFill>
              </a:defRPr>
            </a:lvl2pPr>
            <a:lvl3pPr lvl="2" algn="ctr">
              <a:spcBef>
                <a:spcPts val="320"/>
              </a:spcBef>
              <a:spcAft>
                <a:spcPts val="0"/>
              </a:spcAft>
              <a:buClr>
                <a:srgbClr val="9AA0A3"/>
              </a:buClr>
              <a:buSzPts val="1600"/>
              <a:buNone/>
              <a:defRPr>
                <a:solidFill>
                  <a:srgbClr val="9AA0A3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9AA0A3"/>
              </a:buClr>
              <a:buSzPts val="1520"/>
              <a:buNone/>
              <a:defRPr>
                <a:solidFill>
                  <a:srgbClr val="9AA0A3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9AA0A3"/>
              </a:buClr>
              <a:buSzPts val="1600"/>
              <a:buNone/>
              <a:defRPr>
                <a:solidFill>
                  <a:srgbClr val="9AA0A3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9AA0A3"/>
              </a:buClr>
              <a:buSzPts val="2000"/>
              <a:buNone/>
              <a:defRPr>
                <a:solidFill>
                  <a:srgbClr val="9AA0A3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9AA0A3"/>
              </a:buClr>
              <a:buSzPts val="2000"/>
              <a:buNone/>
              <a:defRPr>
                <a:solidFill>
                  <a:srgbClr val="9AA0A3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9AA0A3"/>
              </a:buClr>
              <a:buSzPts val="2000"/>
              <a:buNone/>
              <a:defRPr>
                <a:solidFill>
                  <a:srgbClr val="9AA0A3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9AA0A3"/>
              </a:buClr>
              <a:buSzPts val="2000"/>
              <a:buNone/>
              <a:defRPr>
                <a:solidFill>
                  <a:srgbClr val="9AA0A3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2"/>
          <p:cNvSpPr txBox="1">
            <a:spLocks noGrp="1"/>
          </p:cNvSpPr>
          <p:nvPr>
            <p:ph type="title"/>
          </p:nvPr>
        </p:nvSpPr>
        <p:spPr>
          <a:xfrm>
            <a:off x="539552" y="1761660"/>
            <a:ext cx="8136904" cy="378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364088" y="249492"/>
            <a:ext cx="3600400" cy="43204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piteltitel mit Bild">
  <p:cSld name="Kapiteltitel mit Bild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3" descr="Kapitelbalken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39750" y="798755"/>
            <a:ext cx="96838" cy="578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3"/>
          <p:cNvSpPr txBox="1">
            <a:spLocks noGrp="1"/>
          </p:cNvSpPr>
          <p:nvPr>
            <p:ph type="body" idx="1"/>
          </p:nvPr>
        </p:nvSpPr>
        <p:spPr>
          <a:xfrm>
            <a:off x="683571" y="1131590"/>
            <a:ext cx="7997895" cy="270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None/>
              <a:defRPr sz="24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▪"/>
              <a:defRPr sz="2400"/>
            </a:lvl3pPr>
            <a:lvl4pPr marL="1828800" lvl="3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4pPr>
            <a:lvl5pPr marL="2286000" lvl="4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»"/>
              <a:defRPr sz="2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body" idx="2"/>
          </p:nvPr>
        </p:nvSpPr>
        <p:spPr>
          <a:xfrm>
            <a:off x="536433" y="1869672"/>
            <a:ext cx="814503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title"/>
          </p:nvPr>
        </p:nvSpPr>
        <p:spPr>
          <a:xfrm>
            <a:off x="683568" y="690902"/>
            <a:ext cx="7999290" cy="440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haltsfolie - Titel und Inhalt">
  <p:cSld name="Inhaltsfolie - Titel und Inhal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body" idx="1"/>
          </p:nvPr>
        </p:nvSpPr>
        <p:spPr>
          <a:xfrm>
            <a:off x="535103" y="1131590"/>
            <a:ext cx="8147756" cy="270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None/>
              <a:defRPr sz="24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▪"/>
              <a:defRPr sz="2400"/>
            </a:lvl3pPr>
            <a:lvl4pPr marL="1828800" lvl="3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4pPr>
            <a:lvl5pPr marL="2286000" lvl="4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»"/>
              <a:defRPr sz="2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2"/>
          </p:nvPr>
        </p:nvSpPr>
        <p:spPr>
          <a:xfrm>
            <a:off x="535461" y="1635646"/>
            <a:ext cx="8146005" cy="309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title"/>
          </p:nvPr>
        </p:nvSpPr>
        <p:spPr>
          <a:xfrm>
            <a:off x="535103" y="690902"/>
            <a:ext cx="8147756" cy="440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Up_Inhaltsfolie - nur Titel und Untertitel">
  <p:cSld name="BackUp_Inhaltsfolie - nur Titel und Untertitel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>
            <a:spLocks noGrp="1"/>
          </p:cNvSpPr>
          <p:nvPr>
            <p:ph type="body" idx="1"/>
          </p:nvPr>
        </p:nvSpPr>
        <p:spPr>
          <a:xfrm>
            <a:off x="535103" y="1131590"/>
            <a:ext cx="8147756" cy="270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None/>
              <a:defRPr sz="24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▪"/>
              <a:defRPr sz="2400"/>
            </a:lvl3pPr>
            <a:lvl4pPr marL="1828800" lvl="3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4pPr>
            <a:lvl5pPr marL="2286000" lvl="4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»"/>
              <a:defRPr sz="2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title"/>
          </p:nvPr>
        </p:nvSpPr>
        <p:spPr>
          <a:xfrm>
            <a:off x="535103" y="690902"/>
            <a:ext cx="8147756" cy="440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haltsfolie - Leer">
  <p:cSld name="Inhaltsfolie - Le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haltsfolie mit Bild (2:1)">
  <p:cSld name="Inhaltsfolie mit Bild (2:1)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539552" y="1635646"/>
            <a:ext cx="4890468" cy="309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2"/>
          </p:nvPr>
        </p:nvSpPr>
        <p:spPr>
          <a:xfrm>
            <a:off x="5580114" y="1635646"/>
            <a:ext cx="3101351" cy="309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3"/>
          </p:nvPr>
        </p:nvSpPr>
        <p:spPr>
          <a:xfrm>
            <a:off x="535103" y="1131590"/>
            <a:ext cx="8147756" cy="270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None/>
              <a:defRPr sz="24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▪"/>
              <a:defRPr sz="2400"/>
            </a:lvl3pPr>
            <a:lvl4pPr marL="1828800" lvl="3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4pPr>
            <a:lvl5pPr marL="2286000" lvl="4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»"/>
              <a:defRPr sz="2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535103" y="690902"/>
            <a:ext cx="8147756" cy="440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Up_Folienlayouts">
  <p:cSld name="BackUp_Folienlayouts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sldNum" idx="12"/>
          </p:nvPr>
        </p:nvSpPr>
        <p:spPr>
          <a:xfrm>
            <a:off x="7601342" y="4894075"/>
            <a:ext cx="1080120" cy="161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55" name="Google Shape;55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2001A"/>
          </a:solidFill>
          <a:ln w="9525" cap="flat" cmpd="sng">
            <a:solidFill>
              <a:srgbClr val="E100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8"/>
          <p:cNvSpPr txBox="1"/>
          <p:nvPr/>
        </p:nvSpPr>
        <p:spPr>
          <a:xfrm>
            <a:off x="755576" y="2139704"/>
            <a:ext cx="777686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3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BackUp - Layouts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Up_Zwischentitel" type="secHead">
  <p:cSld name="SECTION_HEADER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467547" y="3305176"/>
            <a:ext cx="8213919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cap="none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67547" y="2180035"/>
            <a:ext cx="8213919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2E3539"/>
              </a:buClr>
              <a:buSzPts val="2000"/>
              <a:buNone/>
              <a:defRPr sz="2000">
                <a:solidFill>
                  <a:srgbClr val="2E3539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9AA0A3"/>
              </a:buClr>
              <a:buSzPts val="1710"/>
              <a:buNone/>
              <a:defRPr sz="1800">
                <a:solidFill>
                  <a:srgbClr val="9AA0A3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9AA0A3"/>
              </a:buClr>
              <a:buSzPts val="1600"/>
              <a:buNone/>
              <a:defRPr sz="1600">
                <a:solidFill>
                  <a:srgbClr val="9AA0A3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9AA0A3"/>
              </a:buClr>
              <a:buSzPts val="1330"/>
              <a:buNone/>
              <a:defRPr sz="1400">
                <a:solidFill>
                  <a:srgbClr val="9AA0A3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9AA0A3"/>
              </a:buClr>
              <a:buSzPts val="1400"/>
              <a:buNone/>
              <a:defRPr sz="1400">
                <a:solidFill>
                  <a:srgbClr val="9AA0A3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9AA0A3"/>
              </a:buClr>
              <a:buSzPts val="1400"/>
              <a:buNone/>
              <a:defRPr sz="1400">
                <a:solidFill>
                  <a:srgbClr val="9AA0A3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9AA0A3"/>
              </a:buClr>
              <a:buSzPts val="1400"/>
              <a:buNone/>
              <a:defRPr sz="1400">
                <a:solidFill>
                  <a:srgbClr val="9AA0A3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9AA0A3"/>
              </a:buClr>
              <a:buSzPts val="1400"/>
              <a:buNone/>
              <a:defRPr sz="1400">
                <a:solidFill>
                  <a:srgbClr val="9AA0A3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9AA0A3"/>
              </a:buClr>
              <a:buSzPts val="1400"/>
              <a:buNone/>
              <a:defRPr sz="1400">
                <a:solidFill>
                  <a:srgbClr val="9AA0A3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Up_Kapiteltitel Agenda oder Text">
  <p:cSld name="BackUp_Kapiteltitel Agenda oder 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683571" y="1131590"/>
            <a:ext cx="7997895" cy="270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None/>
              <a:defRPr sz="24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▪"/>
              <a:defRPr sz="2400"/>
            </a:lvl3pPr>
            <a:lvl4pPr marL="1828800" lvl="3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4pPr>
            <a:lvl5pPr marL="2286000" lvl="4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»"/>
              <a:defRPr sz="2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683568" y="690902"/>
            <a:ext cx="7999290" cy="440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2"/>
          </p:nvPr>
        </p:nvSpPr>
        <p:spPr>
          <a:xfrm>
            <a:off x="535461" y="1635646"/>
            <a:ext cx="8146005" cy="309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65" name="Google Shape;65;p10" descr="Kapitelbalken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39750" y="798755"/>
            <a:ext cx="96838" cy="57822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Up_Kapiteltitel_blank">
  <p:cSld name="BackUp_Kapiteltitel_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683571" y="1131590"/>
            <a:ext cx="7997895" cy="270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None/>
              <a:defRPr sz="24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▪"/>
              <a:defRPr sz="2400"/>
            </a:lvl3pPr>
            <a:lvl4pPr marL="1828800" lvl="3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4pPr>
            <a:lvl5pPr marL="2286000" lvl="4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»"/>
              <a:defRPr sz="2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683568" y="690902"/>
            <a:ext cx="7999290" cy="440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0" name="Google Shape;70;p11" descr="Kapitelbalken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39750" y="798755"/>
            <a:ext cx="96838" cy="57822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Up_Inhaltsfolie - nur Titel und Inhalt">
  <p:cSld name="BackUp_Inhaltsfolie - nur Titel und Inhal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535659" y="690902"/>
            <a:ext cx="8147199" cy="440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>
            <a:off x="535461" y="1635646"/>
            <a:ext cx="8146005" cy="309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Up_Inhaltsfolie - nur Titel">
  <p:cSld name="BackUp_Inhaltsfolie - nur Titel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title"/>
          </p:nvPr>
        </p:nvSpPr>
        <p:spPr>
          <a:xfrm>
            <a:off x="535659" y="690902"/>
            <a:ext cx="8147199" cy="440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Up_Inhaltsfolie mit Bild und Untertitel (2:1)">
  <p:cSld name="BackUp_Inhaltsfolie mit Bild und Untertitel (2:1)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>
            <a:spLocks noGrp="1"/>
          </p:cNvSpPr>
          <p:nvPr>
            <p:ph type="body" idx="1"/>
          </p:nvPr>
        </p:nvSpPr>
        <p:spPr>
          <a:xfrm>
            <a:off x="5580114" y="4379467"/>
            <a:ext cx="3101351" cy="352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>
            <a:lvl1pPr marL="457200" lvl="0" indent="-228600" algn="r">
              <a:spcBef>
                <a:spcPts val="360"/>
              </a:spcBef>
              <a:spcAft>
                <a:spcPts val="0"/>
              </a:spcAft>
              <a:buClr>
                <a:srgbClr val="2E3539"/>
              </a:buClr>
              <a:buSzPts val="1800"/>
              <a:buNone/>
              <a:defRPr/>
            </a:lvl1pPr>
            <a:lvl2pPr marL="914400" lvl="1" indent="-337185" algn="r">
              <a:spcBef>
                <a:spcPts val="36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r">
              <a:spcBef>
                <a:spcPts val="32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r">
              <a:spcBef>
                <a:spcPts val="32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r">
              <a:spcBef>
                <a:spcPts val="32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body" idx="2"/>
          </p:nvPr>
        </p:nvSpPr>
        <p:spPr>
          <a:xfrm>
            <a:off x="543699" y="1635646"/>
            <a:ext cx="4886323" cy="309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body" idx="3"/>
          </p:nvPr>
        </p:nvSpPr>
        <p:spPr>
          <a:xfrm>
            <a:off x="5580114" y="1635646"/>
            <a:ext cx="3101351" cy="2592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body" idx="4"/>
          </p:nvPr>
        </p:nvSpPr>
        <p:spPr>
          <a:xfrm>
            <a:off x="535103" y="1131590"/>
            <a:ext cx="8147756" cy="270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None/>
              <a:defRPr sz="24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▪"/>
              <a:defRPr sz="2400"/>
            </a:lvl3pPr>
            <a:lvl4pPr marL="1828800" lvl="3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4pPr>
            <a:lvl5pPr marL="2286000" lvl="4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»"/>
              <a:defRPr sz="2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title"/>
          </p:nvPr>
        </p:nvSpPr>
        <p:spPr>
          <a:xfrm>
            <a:off x="535103" y="690902"/>
            <a:ext cx="8147756" cy="440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Up_Inhaltsfolie mit Bild und Untertitel (1:1)">
  <p:cSld name="BackUp_Inhaltsfolie mit Bild und Untertitel (1:1)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 txBox="1">
            <a:spLocks noGrp="1"/>
          </p:cNvSpPr>
          <p:nvPr>
            <p:ph type="body" idx="1"/>
          </p:nvPr>
        </p:nvSpPr>
        <p:spPr>
          <a:xfrm>
            <a:off x="4644008" y="4379467"/>
            <a:ext cx="4037457" cy="352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>
            <a:lvl1pPr marL="457200" lvl="0" indent="-228600" algn="r">
              <a:spcBef>
                <a:spcPts val="360"/>
              </a:spcBef>
              <a:spcAft>
                <a:spcPts val="0"/>
              </a:spcAft>
              <a:buClr>
                <a:srgbClr val="2E3539"/>
              </a:buClr>
              <a:buSzPts val="1800"/>
              <a:buNone/>
              <a:defRPr/>
            </a:lvl1pPr>
            <a:lvl2pPr marL="914400" lvl="1" indent="-337185" algn="r">
              <a:spcBef>
                <a:spcPts val="36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r">
              <a:spcBef>
                <a:spcPts val="32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r">
              <a:spcBef>
                <a:spcPts val="32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r">
              <a:spcBef>
                <a:spcPts val="32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body" idx="2"/>
          </p:nvPr>
        </p:nvSpPr>
        <p:spPr>
          <a:xfrm>
            <a:off x="543699" y="1635646"/>
            <a:ext cx="3956293" cy="309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body" idx="3"/>
          </p:nvPr>
        </p:nvSpPr>
        <p:spPr>
          <a:xfrm>
            <a:off x="4644008" y="1635646"/>
            <a:ext cx="4037457" cy="2592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5"/>
          <p:cNvSpPr txBox="1">
            <a:spLocks noGrp="1"/>
          </p:cNvSpPr>
          <p:nvPr>
            <p:ph type="body" idx="4"/>
          </p:nvPr>
        </p:nvSpPr>
        <p:spPr>
          <a:xfrm>
            <a:off x="535103" y="1131590"/>
            <a:ext cx="8147756" cy="270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None/>
              <a:defRPr sz="24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▪"/>
              <a:defRPr sz="2400"/>
            </a:lvl3pPr>
            <a:lvl4pPr marL="1828800" lvl="3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4pPr>
            <a:lvl5pPr marL="2286000" lvl="4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»"/>
              <a:defRPr sz="2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5"/>
          <p:cNvSpPr txBox="1">
            <a:spLocks noGrp="1"/>
          </p:cNvSpPr>
          <p:nvPr>
            <p:ph type="title"/>
          </p:nvPr>
        </p:nvSpPr>
        <p:spPr>
          <a:xfrm>
            <a:off x="535103" y="690902"/>
            <a:ext cx="8147756" cy="440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Up_Inhaltsfolie mit Bild (1:1)">
  <p:cSld name="BackUp_Inhaltsfolie mit Bild (1:1)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>
            <a:spLocks noGrp="1"/>
          </p:cNvSpPr>
          <p:nvPr>
            <p:ph type="body" idx="1"/>
          </p:nvPr>
        </p:nvSpPr>
        <p:spPr>
          <a:xfrm>
            <a:off x="543699" y="1635646"/>
            <a:ext cx="3956293" cy="309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16"/>
          <p:cNvSpPr txBox="1">
            <a:spLocks noGrp="1"/>
          </p:cNvSpPr>
          <p:nvPr>
            <p:ph type="body" idx="2"/>
          </p:nvPr>
        </p:nvSpPr>
        <p:spPr>
          <a:xfrm>
            <a:off x="4644008" y="1635646"/>
            <a:ext cx="4037457" cy="309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16"/>
          <p:cNvSpPr txBox="1">
            <a:spLocks noGrp="1"/>
          </p:cNvSpPr>
          <p:nvPr>
            <p:ph type="body" idx="3"/>
          </p:nvPr>
        </p:nvSpPr>
        <p:spPr>
          <a:xfrm>
            <a:off x="535103" y="1131590"/>
            <a:ext cx="8147756" cy="270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None/>
              <a:defRPr sz="24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▪"/>
              <a:defRPr sz="2400"/>
            </a:lvl3pPr>
            <a:lvl4pPr marL="1828800" lvl="3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4pPr>
            <a:lvl5pPr marL="2286000" lvl="4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»"/>
              <a:defRPr sz="2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16"/>
          <p:cNvSpPr txBox="1">
            <a:spLocks noGrp="1"/>
          </p:cNvSpPr>
          <p:nvPr>
            <p:ph type="title"/>
          </p:nvPr>
        </p:nvSpPr>
        <p:spPr>
          <a:xfrm>
            <a:off x="535103" y="690902"/>
            <a:ext cx="8147756" cy="440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Up_Inhaltsfolie - zwei Bilder und Untertitel (1:1)">
  <p:cSld name="BackUp_Inhaltsfolie - zwei Bilder und Untertitel (1:1)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>
            <a:spLocks noGrp="1"/>
          </p:cNvSpPr>
          <p:nvPr>
            <p:ph type="body" idx="1"/>
          </p:nvPr>
        </p:nvSpPr>
        <p:spPr>
          <a:xfrm>
            <a:off x="4644008" y="4379467"/>
            <a:ext cx="4037457" cy="352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>
            <a:lvl1pPr marL="457200" lvl="0" indent="-228600" algn="r">
              <a:spcBef>
                <a:spcPts val="360"/>
              </a:spcBef>
              <a:spcAft>
                <a:spcPts val="0"/>
              </a:spcAft>
              <a:buClr>
                <a:srgbClr val="2E3539"/>
              </a:buClr>
              <a:buSzPts val="1800"/>
              <a:buNone/>
              <a:defRPr/>
            </a:lvl1pPr>
            <a:lvl2pPr marL="914400" lvl="1" indent="-337185" algn="r">
              <a:spcBef>
                <a:spcPts val="36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r">
              <a:spcBef>
                <a:spcPts val="32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r">
              <a:spcBef>
                <a:spcPts val="32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r">
              <a:spcBef>
                <a:spcPts val="32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17"/>
          <p:cNvSpPr txBox="1">
            <a:spLocks noGrp="1"/>
          </p:cNvSpPr>
          <p:nvPr>
            <p:ph type="body" idx="2"/>
          </p:nvPr>
        </p:nvSpPr>
        <p:spPr>
          <a:xfrm>
            <a:off x="543699" y="1635646"/>
            <a:ext cx="3956293" cy="2592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17"/>
          <p:cNvSpPr txBox="1">
            <a:spLocks noGrp="1"/>
          </p:cNvSpPr>
          <p:nvPr>
            <p:ph type="body" idx="3"/>
          </p:nvPr>
        </p:nvSpPr>
        <p:spPr>
          <a:xfrm>
            <a:off x="4644008" y="1635646"/>
            <a:ext cx="4037457" cy="2592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17"/>
          <p:cNvSpPr txBox="1">
            <a:spLocks noGrp="1"/>
          </p:cNvSpPr>
          <p:nvPr>
            <p:ph type="body" idx="4"/>
          </p:nvPr>
        </p:nvSpPr>
        <p:spPr>
          <a:xfrm>
            <a:off x="535103" y="1131590"/>
            <a:ext cx="8147756" cy="270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None/>
              <a:defRPr sz="24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▪"/>
              <a:defRPr sz="2400"/>
            </a:lvl3pPr>
            <a:lvl4pPr marL="1828800" lvl="3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4pPr>
            <a:lvl5pPr marL="2286000" lvl="4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»"/>
              <a:defRPr sz="2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17"/>
          <p:cNvSpPr txBox="1">
            <a:spLocks noGrp="1"/>
          </p:cNvSpPr>
          <p:nvPr>
            <p:ph type="title"/>
          </p:nvPr>
        </p:nvSpPr>
        <p:spPr>
          <a:xfrm>
            <a:off x="535103" y="690902"/>
            <a:ext cx="8147756" cy="440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7"/>
          <p:cNvSpPr txBox="1">
            <a:spLocks noGrp="1"/>
          </p:cNvSpPr>
          <p:nvPr>
            <p:ph type="body" idx="5"/>
          </p:nvPr>
        </p:nvSpPr>
        <p:spPr>
          <a:xfrm>
            <a:off x="539553" y="4371950"/>
            <a:ext cx="3960440" cy="352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>
            <a:lvl1pPr marL="457200" lvl="0" indent="-228600" algn="r">
              <a:spcBef>
                <a:spcPts val="360"/>
              </a:spcBef>
              <a:spcAft>
                <a:spcPts val="0"/>
              </a:spcAft>
              <a:buClr>
                <a:srgbClr val="2E3539"/>
              </a:buClr>
              <a:buSzPts val="1800"/>
              <a:buNone/>
              <a:defRPr/>
            </a:lvl1pPr>
            <a:lvl2pPr marL="914400" lvl="1" indent="-337185" algn="r">
              <a:spcBef>
                <a:spcPts val="36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r">
              <a:spcBef>
                <a:spcPts val="32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r">
              <a:spcBef>
                <a:spcPts val="32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r">
              <a:spcBef>
                <a:spcPts val="32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Up_Inhaltsfolie Vergleich">
  <p:cSld name="BackUp_Inhaltsfolie Vergleich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>
            <a:spLocks noGrp="1"/>
          </p:cNvSpPr>
          <p:nvPr>
            <p:ph type="body" idx="1"/>
          </p:nvPr>
        </p:nvSpPr>
        <p:spPr>
          <a:xfrm>
            <a:off x="543699" y="1635646"/>
            <a:ext cx="3956293" cy="309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body" idx="2"/>
          </p:nvPr>
        </p:nvSpPr>
        <p:spPr>
          <a:xfrm>
            <a:off x="4644008" y="1635646"/>
            <a:ext cx="4037457" cy="309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18"/>
          <p:cNvSpPr txBox="1">
            <a:spLocks noGrp="1"/>
          </p:cNvSpPr>
          <p:nvPr>
            <p:ph type="title"/>
          </p:nvPr>
        </p:nvSpPr>
        <p:spPr>
          <a:xfrm>
            <a:off x="535103" y="843558"/>
            <a:ext cx="3964889" cy="440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8"/>
          <p:cNvSpPr txBox="1"/>
          <p:nvPr/>
        </p:nvSpPr>
        <p:spPr>
          <a:xfrm>
            <a:off x="4644008" y="843558"/>
            <a:ext cx="3964889" cy="440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TITELFORMAT BEARBEITEN</a:t>
            </a:r>
            <a:endParaRPr/>
          </a:p>
        </p:txBody>
      </p:sp>
      <p:sp>
        <p:nvSpPr>
          <p:cNvPr id="112" name="Google Shape;112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Up_4 Bilder und Text">
  <p:cSld name="BackUp_4 Bilder und 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>
            <a:spLocks noGrp="1"/>
          </p:cNvSpPr>
          <p:nvPr>
            <p:ph type="body" idx="1"/>
          </p:nvPr>
        </p:nvSpPr>
        <p:spPr>
          <a:xfrm>
            <a:off x="576649" y="843558"/>
            <a:ext cx="3995270" cy="1836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19"/>
          <p:cNvSpPr txBox="1">
            <a:spLocks noGrp="1"/>
          </p:cNvSpPr>
          <p:nvPr>
            <p:ph type="body" idx="2"/>
          </p:nvPr>
        </p:nvSpPr>
        <p:spPr>
          <a:xfrm>
            <a:off x="568478" y="2733768"/>
            <a:ext cx="4003522" cy="1836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19"/>
          <p:cNvSpPr txBox="1">
            <a:spLocks noGrp="1"/>
          </p:cNvSpPr>
          <p:nvPr>
            <p:ph type="body" idx="3"/>
          </p:nvPr>
        </p:nvSpPr>
        <p:spPr>
          <a:xfrm>
            <a:off x="4644008" y="843558"/>
            <a:ext cx="4081286" cy="1836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19"/>
          <p:cNvSpPr txBox="1">
            <a:spLocks noGrp="1"/>
          </p:cNvSpPr>
          <p:nvPr>
            <p:ph type="body" idx="4"/>
          </p:nvPr>
        </p:nvSpPr>
        <p:spPr>
          <a:xfrm>
            <a:off x="4644009" y="2733768"/>
            <a:ext cx="4079026" cy="1836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Up_Magazin">
  <p:cSld name="BackUp_Magazin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>
            <a:spLocks noGrp="1"/>
          </p:cNvSpPr>
          <p:nvPr>
            <p:ph type="body" idx="1"/>
          </p:nvPr>
        </p:nvSpPr>
        <p:spPr>
          <a:xfrm>
            <a:off x="395539" y="1923678"/>
            <a:ext cx="3008313" cy="2670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rgbClr val="2E3539"/>
              </a:buClr>
              <a:buSzPts val="1800"/>
              <a:buNone/>
              <a:defRPr sz="18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rgbClr val="2E3539"/>
              </a:buClr>
              <a:buSzPts val="114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2E3539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rgbClr val="2E3539"/>
              </a:buClr>
              <a:buSzPts val="855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rgbClr val="2E3539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1" name="Google Shape;121;p20"/>
          <p:cNvSpPr txBox="1">
            <a:spLocks noGrp="1"/>
          </p:cNvSpPr>
          <p:nvPr>
            <p:ph type="body" idx="2"/>
          </p:nvPr>
        </p:nvSpPr>
        <p:spPr>
          <a:xfrm>
            <a:off x="3563889" y="951570"/>
            <a:ext cx="5117574" cy="3644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0"/>
          <p:cNvSpPr txBox="1">
            <a:spLocks noGrp="1"/>
          </p:cNvSpPr>
          <p:nvPr>
            <p:ph type="title"/>
          </p:nvPr>
        </p:nvSpPr>
        <p:spPr>
          <a:xfrm>
            <a:off x="395537" y="948964"/>
            <a:ext cx="3007711" cy="902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536433" y="735807"/>
            <a:ext cx="8145030" cy="539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547382" y="1466348"/>
            <a:ext cx="8134082" cy="2995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spcBef>
                <a:spcPts val="360"/>
              </a:spcBef>
              <a:spcAft>
                <a:spcPts val="0"/>
              </a:spcAft>
              <a:buClr>
                <a:srgbClr val="2E3539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37185" algn="l" rtl="0">
              <a:spcBef>
                <a:spcPts val="360"/>
              </a:spcBef>
              <a:spcAft>
                <a:spcPts val="0"/>
              </a:spcAft>
              <a:buClr>
                <a:srgbClr val="2E3539"/>
              </a:buClr>
              <a:buSzPts val="1710"/>
              <a:buFont typeface="Merriweather Sans"/>
              <a:buChar char="-"/>
              <a:defRPr sz="1800" b="0" i="0" u="none" strike="noStrike" cap="none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0200" algn="l" rtl="0">
              <a:spcBef>
                <a:spcPts val="320"/>
              </a:spcBef>
              <a:spcAft>
                <a:spcPts val="0"/>
              </a:spcAft>
              <a:buClr>
                <a:srgbClr val="2E3539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5119" algn="l" rtl="0">
              <a:spcBef>
                <a:spcPts val="320"/>
              </a:spcBef>
              <a:spcAft>
                <a:spcPts val="0"/>
              </a:spcAft>
              <a:buClr>
                <a:srgbClr val="2E3539"/>
              </a:buClr>
              <a:buSzPts val="1520"/>
              <a:buFont typeface="Merriweather Sans"/>
              <a:buChar char="-"/>
              <a:defRPr sz="1600" b="0" i="0" u="none" strike="noStrike" cap="none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rgbClr val="2E3539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2" name="Google Shape;12;p1"/>
          <p:cNvCxnSpPr/>
          <p:nvPr/>
        </p:nvCxnSpPr>
        <p:spPr>
          <a:xfrm>
            <a:off x="250825" y="4839891"/>
            <a:ext cx="8686800" cy="0"/>
          </a:xfrm>
          <a:prstGeom prst="straightConnector1">
            <a:avLst/>
          </a:prstGeom>
          <a:noFill/>
          <a:ln w="12700" cap="flat" cmpd="sng">
            <a:solidFill>
              <a:srgbClr val="5C697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1"/>
          <p:cNvCxnSpPr/>
          <p:nvPr/>
        </p:nvCxnSpPr>
        <p:spPr>
          <a:xfrm>
            <a:off x="3419873" y="465535"/>
            <a:ext cx="5473306" cy="0"/>
          </a:xfrm>
          <a:prstGeom prst="straightConnector1">
            <a:avLst/>
          </a:prstGeom>
          <a:noFill/>
          <a:ln w="12700" cap="flat" cmpd="sng">
            <a:solidFill>
              <a:srgbClr val="5C697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Google Shape;14;p1"/>
          <p:cNvSpPr txBox="1"/>
          <p:nvPr/>
        </p:nvSpPr>
        <p:spPr>
          <a:xfrm>
            <a:off x="4932040" y="237297"/>
            <a:ext cx="374441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 b="0" i="0" u="none" strike="noStrike" cap="none">
                <a:solidFill>
                  <a:srgbClr val="2E3438"/>
                </a:solidFill>
                <a:latin typeface="Calibri"/>
                <a:ea typeface="Calibri"/>
                <a:cs typeface="Calibri"/>
                <a:sym typeface="Calibri"/>
              </a:rPr>
              <a:t>Data Visualization</a:t>
            </a:r>
            <a:endParaRPr/>
          </a:p>
        </p:txBody>
      </p:sp>
      <p:grpSp>
        <p:nvGrpSpPr>
          <p:cNvPr id="15" name="Google Shape;15;p1"/>
          <p:cNvGrpSpPr/>
          <p:nvPr/>
        </p:nvGrpSpPr>
        <p:grpSpPr>
          <a:xfrm>
            <a:off x="270346" y="111264"/>
            <a:ext cx="3305233" cy="513821"/>
            <a:chOff x="250825" y="260648"/>
            <a:chExt cx="5222875" cy="936104"/>
          </a:xfrm>
        </p:grpSpPr>
        <p:pic>
          <p:nvPicPr>
            <p:cNvPr id="16" name="Google Shape;16;p1" descr="DHBW_d_RV_WEB_150dpi"/>
            <p:cNvPicPr preferRelativeResize="0"/>
            <p:nvPr/>
          </p:nvPicPr>
          <p:blipFill rotWithShape="1">
            <a:blip r:embed="rId21">
              <a:alphaModFix/>
            </a:blip>
            <a:srcRect/>
            <a:stretch/>
          </p:blipFill>
          <p:spPr>
            <a:xfrm>
              <a:off x="250825" y="260648"/>
              <a:ext cx="2679700" cy="933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17;p1" descr="DHBW_d_RV_WEB_150dpi"/>
            <p:cNvPicPr preferRelativeResize="0"/>
            <p:nvPr/>
          </p:nvPicPr>
          <p:blipFill rotWithShape="1">
            <a:blip r:embed="rId22">
              <a:alphaModFix/>
            </a:blip>
            <a:srcRect r="-18176"/>
            <a:stretch/>
          </p:blipFill>
          <p:spPr>
            <a:xfrm>
              <a:off x="2582863" y="263302"/>
              <a:ext cx="2890837" cy="9334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pic>
      </p:grpSp>
      <p:sp>
        <p:nvSpPr>
          <p:cNvPr id="18" name="Google Shape;18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buNone/>
              <a:defRPr sz="13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algn="r">
              <a:buNone/>
              <a:defRPr sz="13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algn="r">
              <a:buNone/>
              <a:defRPr sz="13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algn="r">
              <a:buNone/>
              <a:defRPr sz="13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algn="r">
              <a:buNone/>
              <a:defRPr sz="13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algn="r">
              <a:buNone/>
              <a:defRPr sz="13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algn="r">
              <a:buNone/>
              <a:defRPr sz="13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algn="r">
              <a:buNone/>
              <a:defRPr sz="13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>
            <a:spLocks noGrp="1"/>
          </p:cNvSpPr>
          <p:nvPr>
            <p:ph type="subTitle" idx="1"/>
          </p:nvPr>
        </p:nvSpPr>
        <p:spPr>
          <a:xfrm>
            <a:off x="539550" y="2208451"/>
            <a:ext cx="8136900" cy="10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2400"/>
              <a:buNone/>
            </a:pPr>
            <a:r>
              <a:rPr lang="de-DE" sz="2000" b="1" dirty="0"/>
              <a:t>Data </a:t>
            </a:r>
            <a:r>
              <a:rPr lang="de-DE" sz="2000" b="1" dirty="0" err="1"/>
              <a:t>Visualization</a:t>
            </a:r>
            <a:endParaRPr sz="2000" b="1"/>
          </a:p>
          <a:p>
            <a:pPr marL="0" indent="0">
              <a:spcBef>
                <a:spcPts val="0"/>
              </a:spcBef>
            </a:pPr>
            <a:r>
              <a:rPr lang="de-DE" sz="1500" dirty="0"/>
              <a:t>von Vorname Nachname</a:t>
            </a:r>
            <a:endParaRPr sz="1500" dirty="0"/>
          </a:p>
        </p:txBody>
      </p:sp>
      <p:sp>
        <p:nvSpPr>
          <p:cNvPr id="129" name="Google Shape;129;p21"/>
          <p:cNvSpPr txBox="1">
            <a:spLocks noGrp="1"/>
          </p:cNvSpPr>
          <p:nvPr>
            <p:ph type="title"/>
          </p:nvPr>
        </p:nvSpPr>
        <p:spPr>
          <a:xfrm>
            <a:off x="539552" y="1761660"/>
            <a:ext cx="8136900" cy="3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Posterpräsentation </a:t>
            </a:r>
            <a:endParaRPr/>
          </a:p>
        </p:txBody>
      </p:sp>
      <p:sp>
        <p:nvSpPr>
          <p:cNvPr id="130" name="Google Shape;130;p21"/>
          <p:cNvSpPr txBox="1"/>
          <p:nvPr/>
        </p:nvSpPr>
        <p:spPr>
          <a:xfrm>
            <a:off x="539550" y="31661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>
                <a:latin typeface="Calibri"/>
                <a:ea typeface="Calibri"/>
                <a:cs typeface="Calibri"/>
                <a:sym typeface="Calibri"/>
              </a:rPr>
              <a:t>03.2025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>
            <a:spLocks noGrp="1"/>
          </p:cNvSpPr>
          <p:nvPr>
            <p:ph type="body" idx="2"/>
          </p:nvPr>
        </p:nvSpPr>
        <p:spPr>
          <a:xfrm>
            <a:off x="535450" y="1346600"/>
            <a:ext cx="8145900" cy="3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de-DE" sz="1500"/>
              <a:t>Anwendungsfall</a:t>
            </a:r>
            <a:endParaRPr sz="1500"/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de-DE" sz="1500"/>
              <a:t>Data Cleaning</a:t>
            </a:r>
            <a:endParaRPr sz="1500"/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de-DE" sz="1500"/>
              <a:t>Data Exploration</a:t>
            </a:r>
            <a:endParaRPr sz="1500"/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de-DE" sz="1500"/>
              <a:t>Predictive Modelling</a:t>
            </a:r>
            <a:endParaRPr sz="1500"/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de-DE" sz="1500"/>
              <a:t>Nächste Schritte</a:t>
            </a:r>
            <a:endParaRPr sz="1500"/>
          </a:p>
        </p:txBody>
      </p:sp>
      <p:sp>
        <p:nvSpPr>
          <p:cNvPr id="136" name="Google Shape;136;p22"/>
          <p:cNvSpPr txBox="1">
            <a:spLocks noGrp="1"/>
          </p:cNvSpPr>
          <p:nvPr>
            <p:ph type="title"/>
          </p:nvPr>
        </p:nvSpPr>
        <p:spPr>
          <a:xfrm>
            <a:off x="535103" y="690902"/>
            <a:ext cx="8147700" cy="4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Gliederung</a:t>
            </a:r>
            <a:endParaRPr/>
          </a:p>
        </p:txBody>
      </p:sp>
      <p:sp>
        <p:nvSpPr>
          <p:cNvPr id="137" name="Google Shape;137;p22"/>
          <p:cNvSpPr txBox="1">
            <a:spLocks noGrp="1"/>
          </p:cNvSpPr>
          <p:nvPr>
            <p:ph type="sldNum" idx="12"/>
          </p:nvPr>
        </p:nvSpPr>
        <p:spPr>
          <a:xfrm>
            <a:off x="8379084" y="4799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100"/>
              <a:t>2</a:t>
            </a:fld>
            <a:endParaRPr sz="900"/>
          </a:p>
        </p:txBody>
      </p:sp>
      <p:sp>
        <p:nvSpPr>
          <p:cNvPr id="138" name="Google Shape;138;p22"/>
          <p:cNvSpPr txBox="1">
            <a:spLocks noGrp="1"/>
          </p:cNvSpPr>
          <p:nvPr>
            <p:ph type="sldNum" idx="12"/>
          </p:nvPr>
        </p:nvSpPr>
        <p:spPr>
          <a:xfrm>
            <a:off x="139970" y="4799200"/>
            <a:ext cx="88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100" dirty="0">
                <a:solidFill>
                  <a:srgbClr val="000000"/>
                </a:solidFill>
              </a:rPr>
              <a:t>Q1 - 2025</a:t>
            </a:r>
            <a:endParaRPr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>
            <a:spLocks noGrp="1"/>
          </p:cNvSpPr>
          <p:nvPr>
            <p:ph type="body" idx="1"/>
          </p:nvPr>
        </p:nvSpPr>
        <p:spPr>
          <a:xfrm>
            <a:off x="535103" y="1131590"/>
            <a:ext cx="8147700" cy="270300"/>
          </a:xfrm>
          <a:prstGeom prst="rect">
            <a:avLst/>
          </a:prstGeom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1500"/>
          </a:p>
        </p:txBody>
      </p:sp>
      <p:sp>
        <p:nvSpPr>
          <p:cNvPr id="145" name="Google Shape;145;p23"/>
          <p:cNvSpPr txBox="1">
            <a:spLocks noGrp="1"/>
          </p:cNvSpPr>
          <p:nvPr>
            <p:ph type="body" idx="2"/>
          </p:nvPr>
        </p:nvSpPr>
        <p:spPr>
          <a:xfrm>
            <a:off x="535461" y="1635646"/>
            <a:ext cx="8145900" cy="30963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9AA0A3"/>
              </a:buClr>
              <a:buSzPts val="1200"/>
              <a:buChar char="▪"/>
            </a:pPr>
            <a:r>
              <a:rPr lang="de-DE" sz="1200" i="1">
                <a:solidFill>
                  <a:srgbClr val="9AA0A3"/>
                </a:solidFill>
              </a:rPr>
              <a:t>Was für einen Datensatz liegt uns vor: Reihen, Spalten, Auffälligkeiten, etc.</a:t>
            </a:r>
            <a:endParaRPr sz="1200" i="1">
              <a:solidFill>
                <a:srgbClr val="9AA0A3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9AA0A3"/>
              </a:buClr>
              <a:buSzPts val="1200"/>
              <a:buChar char="▪"/>
            </a:pPr>
            <a:r>
              <a:rPr lang="de-DE" sz="1200" i="1">
                <a:solidFill>
                  <a:srgbClr val="9AA0A3"/>
                </a:solidFill>
              </a:rPr>
              <a:t>Was wollen wir vorhersagen (Zielvariable)?</a:t>
            </a:r>
            <a:endParaRPr sz="1200" i="1">
              <a:solidFill>
                <a:srgbClr val="9AA0A3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9AA0A3"/>
              </a:buClr>
              <a:buSzPts val="1200"/>
              <a:buChar char="▪"/>
            </a:pPr>
            <a:r>
              <a:rPr lang="de-DE" sz="1200" i="1">
                <a:solidFill>
                  <a:srgbClr val="9AA0A3"/>
                </a:solidFill>
              </a:rPr>
              <a:t>...</a:t>
            </a:r>
            <a:endParaRPr sz="1200" i="1">
              <a:solidFill>
                <a:srgbClr val="9AA0A3"/>
              </a:solidFill>
            </a:endParaRPr>
          </a:p>
        </p:txBody>
      </p:sp>
      <p:sp>
        <p:nvSpPr>
          <p:cNvPr id="146" name="Google Shape;146;p23"/>
          <p:cNvSpPr txBox="1">
            <a:spLocks noGrp="1"/>
          </p:cNvSpPr>
          <p:nvPr>
            <p:ph type="title"/>
          </p:nvPr>
        </p:nvSpPr>
        <p:spPr>
          <a:xfrm>
            <a:off x="535103" y="690902"/>
            <a:ext cx="8147700" cy="4407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Anwendungsfall</a:t>
            </a:r>
            <a:endParaRPr/>
          </a:p>
        </p:txBody>
      </p:sp>
      <p:sp>
        <p:nvSpPr>
          <p:cNvPr id="147" name="Google Shape;147;p23"/>
          <p:cNvSpPr txBox="1">
            <a:spLocks noGrp="1"/>
          </p:cNvSpPr>
          <p:nvPr>
            <p:ph type="sldNum" idx="12"/>
          </p:nvPr>
        </p:nvSpPr>
        <p:spPr>
          <a:xfrm>
            <a:off x="8379084" y="4799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100"/>
              <a:t>3</a:t>
            </a:fld>
            <a:endParaRPr sz="900"/>
          </a:p>
        </p:txBody>
      </p:sp>
      <p:sp>
        <p:nvSpPr>
          <p:cNvPr id="148" name="Google Shape;148;p23"/>
          <p:cNvSpPr txBox="1">
            <a:spLocks noGrp="1"/>
          </p:cNvSpPr>
          <p:nvPr>
            <p:ph type="sldNum" idx="12"/>
          </p:nvPr>
        </p:nvSpPr>
        <p:spPr>
          <a:xfrm>
            <a:off x="139970" y="4799200"/>
            <a:ext cx="88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100" dirty="0">
                <a:solidFill>
                  <a:srgbClr val="000000"/>
                </a:solidFill>
              </a:rPr>
              <a:t>Q1 - 2025</a:t>
            </a:r>
            <a:endParaRPr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>
            <a:spLocks noGrp="1"/>
          </p:cNvSpPr>
          <p:nvPr>
            <p:ph type="body" idx="1"/>
          </p:nvPr>
        </p:nvSpPr>
        <p:spPr>
          <a:xfrm>
            <a:off x="535103" y="1131590"/>
            <a:ext cx="8147700" cy="270300"/>
          </a:xfrm>
          <a:prstGeom prst="rect">
            <a:avLst/>
          </a:prstGeom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1500"/>
          </a:p>
        </p:txBody>
      </p:sp>
      <p:sp>
        <p:nvSpPr>
          <p:cNvPr id="155" name="Google Shape;155;p24"/>
          <p:cNvSpPr txBox="1">
            <a:spLocks noGrp="1"/>
          </p:cNvSpPr>
          <p:nvPr>
            <p:ph type="body" idx="2"/>
          </p:nvPr>
        </p:nvSpPr>
        <p:spPr>
          <a:xfrm>
            <a:off x="535461" y="1635646"/>
            <a:ext cx="8145900" cy="30963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9AA0A3"/>
              </a:buClr>
              <a:buSzPts val="1200"/>
              <a:buChar char="▪"/>
            </a:pPr>
            <a:r>
              <a:rPr lang="de-DE" sz="1200" i="1">
                <a:solidFill>
                  <a:srgbClr val="9AA0A3"/>
                </a:solidFill>
              </a:rPr>
              <a:t>Arbeite dich durch die in der Vorlesung vorgestellten Data Cleaning Maßnahmen.</a:t>
            </a:r>
            <a:endParaRPr sz="1200" i="1">
              <a:solidFill>
                <a:srgbClr val="9AA0A3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9AA0A3"/>
              </a:buClr>
              <a:buSzPts val="1200"/>
              <a:buChar char="▪"/>
            </a:pPr>
            <a:r>
              <a:rPr lang="de-DE" sz="1200" i="1">
                <a:solidFill>
                  <a:srgbClr val="9AA0A3"/>
                </a:solidFill>
              </a:rPr>
              <a:t>Verwende geeignete Visualisierungsmethoden, um die Probleme zu illustrieren und löse die Probleme (visualisiere die Ergebnisse entsprechend). </a:t>
            </a:r>
            <a:endParaRPr sz="1200" i="1">
              <a:solidFill>
                <a:srgbClr val="9AA0A3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9AA0A3"/>
              </a:buClr>
              <a:buSzPts val="1200"/>
              <a:buChar char="▪"/>
            </a:pPr>
            <a:r>
              <a:rPr lang="de-DE" sz="1200" i="1">
                <a:solidFill>
                  <a:srgbClr val="9AA0A3"/>
                </a:solidFill>
              </a:rPr>
              <a:t>…</a:t>
            </a:r>
            <a:endParaRPr sz="1200" i="1"/>
          </a:p>
        </p:txBody>
      </p:sp>
      <p:sp>
        <p:nvSpPr>
          <p:cNvPr id="156" name="Google Shape;156;p24"/>
          <p:cNvSpPr txBox="1">
            <a:spLocks noGrp="1"/>
          </p:cNvSpPr>
          <p:nvPr>
            <p:ph type="title"/>
          </p:nvPr>
        </p:nvSpPr>
        <p:spPr>
          <a:xfrm>
            <a:off x="535103" y="690902"/>
            <a:ext cx="8147700" cy="4407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Data Cleaning</a:t>
            </a:r>
            <a:endParaRPr/>
          </a:p>
        </p:txBody>
      </p:sp>
      <p:sp>
        <p:nvSpPr>
          <p:cNvPr id="157" name="Google Shape;157;p24"/>
          <p:cNvSpPr txBox="1">
            <a:spLocks noGrp="1"/>
          </p:cNvSpPr>
          <p:nvPr>
            <p:ph type="sldNum" idx="12"/>
          </p:nvPr>
        </p:nvSpPr>
        <p:spPr>
          <a:xfrm>
            <a:off x="8379084" y="4799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100"/>
              <a:t>4</a:t>
            </a:fld>
            <a:endParaRPr sz="900"/>
          </a:p>
        </p:txBody>
      </p:sp>
      <p:sp>
        <p:nvSpPr>
          <p:cNvPr id="158" name="Google Shape;158;p24"/>
          <p:cNvSpPr txBox="1">
            <a:spLocks noGrp="1"/>
          </p:cNvSpPr>
          <p:nvPr>
            <p:ph type="sldNum" idx="12"/>
          </p:nvPr>
        </p:nvSpPr>
        <p:spPr>
          <a:xfrm>
            <a:off x="139970" y="4799200"/>
            <a:ext cx="88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100" dirty="0">
                <a:solidFill>
                  <a:srgbClr val="000000"/>
                </a:solidFill>
              </a:rPr>
              <a:t>Q1 - 2025</a:t>
            </a:r>
            <a:endParaRPr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>
            <a:spLocks noGrp="1"/>
          </p:cNvSpPr>
          <p:nvPr>
            <p:ph type="body" idx="1"/>
          </p:nvPr>
        </p:nvSpPr>
        <p:spPr>
          <a:xfrm>
            <a:off x="535103" y="1131590"/>
            <a:ext cx="8147700" cy="270300"/>
          </a:xfrm>
          <a:prstGeom prst="rect">
            <a:avLst/>
          </a:prstGeom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1500"/>
          </a:p>
        </p:txBody>
      </p:sp>
      <p:sp>
        <p:nvSpPr>
          <p:cNvPr id="165" name="Google Shape;165;p25"/>
          <p:cNvSpPr txBox="1">
            <a:spLocks noGrp="1"/>
          </p:cNvSpPr>
          <p:nvPr>
            <p:ph type="body" idx="2"/>
          </p:nvPr>
        </p:nvSpPr>
        <p:spPr>
          <a:xfrm>
            <a:off x="535461" y="1635646"/>
            <a:ext cx="8145900" cy="30963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9AA0A3"/>
              </a:buClr>
              <a:buSzPts val="1200"/>
              <a:buChar char="▪"/>
            </a:pPr>
            <a:r>
              <a:rPr lang="de-DE" sz="1200" i="1">
                <a:solidFill>
                  <a:srgbClr val="9AA0A3"/>
                </a:solidFill>
              </a:rPr>
              <a:t>Erstelle eine Visualisierung, um die Korrelationen der einzelnen relevanten Spalten darzustellen und interpretiere diese.</a:t>
            </a:r>
            <a:endParaRPr sz="1200" i="1">
              <a:solidFill>
                <a:srgbClr val="9AA0A3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9AA0A3"/>
              </a:buClr>
              <a:buSzPts val="1200"/>
              <a:buChar char="▪"/>
            </a:pPr>
            <a:r>
              <a:rPr lang="de-DE" sz="1200" i="1">
                <a:solidFill>
                  <a:srgbClr val="9AA0A3"/>
                </a:solidFill>
              </a:rPr>
              <a:t>Verwende weitere erlernte Visualisierungsarten, um wichtige Bestandteile des Datensatzes in der Präsentation vor dem Business zu beschreiben.</a:t>
            </a:r>
            <a:endParaRPr sz="1200" i="1">
              <a:solidFill>
                <a:srgbClr val="9AA0A3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9AA0A3"/>
              </a:buClr>
              <a:buSzPts val="1200"/>
              <a:buChar char="▪"/>
            </a:pPr>
            <a:r>
              <a:rPr lang="de-DE" sz="1200" i="1">
                <a:solidFill>
                  <a:srgbClr val="9AA0A3"/>
                </a:solidFill>
              </a:rPr>
              <a:t>…</a:t>
            </a:r>
            <a:endParaRPr sz="1200" i="1">
              <a:solidFill>
                <a:srgbClr val="9AA0A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i="1">
              <a:solidFill>
                <a:srgbClr val="9AA0A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i="1">
              <a:solidFill>
                <a:srgbClr val="9AA0A3"/>
              </a:solidFill>
            </a:endParaRPr>
          </a:p>
        </p:txBody>
      </p:sp>
      <p:sp>
        <p:nvSpPr>
          <p:cNvPr id="166" name="Google Shape;166;p25"/>
          <p:cNvSpPr txBox="1">
            <a:spLocks noGrp="1"/>
          </p:cNvSpPr>
          <p:nvPr>
            <p:ph type="title"/>
          </p:nvPr>
        </p:nvSpPr>
        <p:spPr>
          <a:xfrm>
            <a:off x="535103" y="690902"/>
            <a:ext cx="8147700" cy="4407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Data Exploration</a:t>
            </a:r>
            <a:endParaRPr/>
          </a:p>
        </p:txBody>
      </p:sp>
      <p:sp>
        <p:nvSpPr>
          <p:cNvPr id="167" name="Google Shape;167;p25"/>
          <p:cNvSpPr txBox="1">
            <a:spLocks noGrp="1"/>
          </p:cNvSpPr>
          <p:nvPr>
            <p:ph type="sldNum" idx="12"/>
          </p:nvPr>
        </p:nvSpPr>
        <p:spPr>
          <a:xfrm>
            <a:off x="8379084" y="4799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100"/>
              <a:t>5</a:t>
            </a:fld>
            <a:endParaRPr sz="900"/>
          </a:p>
        </p:txBody>
      </p:sp>
      <p:sp>
        <p:nvSpPr>
          <p:cNvPr id="168" name="Google Shape;168;p25"/>
          <p:cNvSpPr txBox="1">
            <a:spLocks noGrp="1"/>
          </p:cNvSpPr>
          <p:nvPr>
            <p:ph type="sldNum" idx="12"/>
          </p:nvPr>
        </p:nvSpPr>
        <p:spPr>
          <a:xfrm>
            <a:off x="139970" y="4799200"/>
            <a:ext cx="88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100" dirty="0">
                <a:solidFill>
                  <a:srgbClr val="000000"/>
                </a:solidFill>
              </a:rPr>
              <a:t>Q1 - 2025</a:t>
            </a:r>
            <a:endParaRPr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>
            <a:spLocks noGrp="1"/>
          </p:cNvSpPr>
          <p:nvPr>
            <p:ph type="body" idx="1"/>
          </p:nvPr>
        </p:nvSpPr>
        <p:spPr>
          <a:xfrm>
            <a:off x="535103" y="1131590"/>
            <a:ext cx="8147700" cy="270300"/>
          </a:xfrm>
          <a:prstGeom prst="rect">
            <a:avLst/>
          </a:prstGeom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1500"/>
          </a:p>
        </p:txBody>
      </p:sp>
      <p:sp>
        <p:nvSpPr>
          <p:cNvPr id="175" name="Google Shape;175;p26"/>
          <p:cNvSpPr txBox="1">
            <a:spLocks noGrp="1"/>
          </p:cNvSpPr>
          <p:nvPr>
            <p:ph type="body" idx="2"/>
          </p:nvPr>
        </p:nvSpPr>
        <p:spPr>
          <a:xfrm>
            <a:off x="535461" y="1635646"/>
            <a:ext cx="8145900" cy="30963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i="1">
                <a:solidFill>
                  <a:srgbClr val="9AA0A3"/>
                </a:solidFill>
              </a:rPr>
              <a:t>Visualisiere die Test Ergebnisse deines Modells und interpretiere diese im Detail.</a:t>
            </a:r>
            <a:endParaRPr sz="1200" i="1">
              <a:solidFill>
                <a:srgbClr val="9AA0A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i="1">
              <a:solidFill>
                <a:srgbClr val="9AA0A3"/>
              </a:solidFill>
            </a:endParaRPr>
          </a:p>
        </p:txBody>
      </p:sp>
      <p:sp>
        <p:nvSpPr>
          <p:cNvPr id="176" name="Google Shape;176;p26"/>
          <p:cNvSpPr txBox="1">
            <a:spLocks noGrp="1"/>
          </p:cNvSpPr>
          <p:nvPr>
            <p:ph type="title"/>
          </p:nvPr>
        </p:nvSpPr>
        <p:spPr>
          <a:xfrm>
            <a:off x="535103" y="690902"/>
            <a:ext cx="8147700" cy="4407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Predictive Modelling</a:t>
            </a:r>
            <a:endParaRPr/>
          </a:p>
        </p:txBody>
      </p:sp>
      <p:sp>
        <p:nvSpPr>
          <p:cNvPr id="177" name="Google Shape;177;p26"/>
          <p:cNvSpPr txBox="1">
            <a:spLocks noGrp="1"/>
          </p:cNvSpPr>
          <p:nvPr>
            <p:ph type="sldNum" idx="12"/>
          </p:nvPr>
        </p:nvSpPr>
        <p:spPr>
          <a:xfrm>
            <a:off x="8379084" y="4799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100"/>
              <a:t>6</a:t>
            </a:fld>
            <a:endParaRPr sz="900"/>
          </a:p>
        </p:txBody>
      </p:sp>
      <p:sp>
        <p:nvSpPr>
          <p:cNvPr id="178" name="Google Shape;178;p26"/>
          <p:cNvSpPr txBox="1">
            <a:spLocks noGrp="1"/>
          </p:cNvSpPr>
          <p:nvPr>
            <p:ph type="sldNum" idx="12"/>
          </p:nvPr>
        </p:nvSpPr>
        <p:spPr>
          <a:xfrm>
            <a:off x="139970" y="4799200"/>
            <a:ext cx="88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100" dirty="0">
                <a:solidFill>
                  <a:srgbClr val="000000"/>
                </a:solidFill>
              </a:rPr>
              <a:t>Q1 - 2025</a:t>
            </a:r>
            <a:endParaRPr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>
            <a:spLocks noGrp="1"/>
          </p:cNvSpPr>
          <p:nvPr>
            <p:ph type="body" idx="1"/>
          </p:nvPr>
        </p:nvSpPr>
        <p:spPr>
          <a:xfrm>
            <a:off x="535103" y="1131590"/>
            <a:ext cx="8147700" cy="270300"/>
          </a:xfrm>
          <a:prstGeom prst="rect">
            <a:avLst/>
          </a:prstGeom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1500"/>
          </a:p>
        </p:txBody>
      </p:sp>
      <p:sp>
        <p:nvSpPr>
          <p:cNvPr id="185" name="Google Shape;185;p27"/>
          <p:cNvSpPr txBox="1">
            <a:spLocks noGrp="1"/>
          </p:cNvSpPr>
          <p:nvPr>
            <p:ph type="body" idx="2"/>
          </p:nvPr>
        </p:nvSpPr>
        <p:spPr>
          <a:xfrm>
            <a:off x="535461" y="1635646"/>
            <a:ext cx="8145900" cy="30963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9AA0A3"/>
              </a:buClr>
              <a:buSzPts val="1200"/>
              <a:buChar char="▪"/>
            </a:pPr>
            <a:r>
              <a:rPr lang="de-DE" sz="1200" i="1">
                <a:solidFill>
                  <a:srgbClr val="9AA0A3"/>
                </a:solidFill>
              </a:rPr>
              <a:t>Schlage basierend auf deiner vorangegangenen Analyse und den Modellergebnissen die nächsten Schritte vor. </a:t>
            </a:r>
            <a:endParaRPr sz="1200" i="1">
              <a:solidFill>
                <a:srgbClr val="9AA0A3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9AA0A3"/>
              </a:buClr>
              <a:buSzPts val="1200"/>
              <a:buChar char="▪"/>
            </a:pPr>
            <a:r>
              <a:rPr lang="de-DE" sz="1200" i="1">
                <a:solidFill>
                  <a:srgbClr val="9AA0A3"/>
                </a:solidFill>
              </a:rPr>
              <a:t>Was empfiehlst du dem Business aus Data Science Sicht, um die Idee zu einem realen Produkt zu entwickeln?</a:t>
            </a:r>
            <a:endParaRPr sz="1200" i="1">
              <a:solidFill>
                <a:srgbClr val="9AA0A3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9AA0A3"/>
              </a:buClr>
              <a:buSzPts val="1200"/>
              <a:buChar char="▪"/>
            </a:pPr>
            <a:r>
              <a:rPr lang="de-DE" sz="1200" i="1">
                <a:solidFill>
                  <a:srgbClr val="9AA0A3"/>
                </a:solidFill>
              </a:rPr>
              <a:t>…</a:t>
            </a:r>
            <a:endParaRPr sz="1200" i="1">
              <a:solidFill>
                <a:srgbClr val="9AA0A3"/>
              </a:solidFill>
            </a:endParaRPr>
          </a:p>
        </p:txBody>
      </p:sp>
      <p:sp>
        <p:nvSpPr>
          <p:cNvPr id="186" name="Google Shape;186;p27"/>
          <p:cNvSpPr txBox="1">
            <a:spLocks noGrp="1"/>
          </p:cNvSpPr>
          <p:nvPr>
            <p:ph type="title"/>
          </p:nvPr>
        </p:nvSpPr>
        <p:spPr>
          <a:xfrm>
            <a:off x="535103" y="690902"/>
            <a:ext cx="8147700" cy="4407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Nächste Schritte</a:t>
            </a:r>
            <a:endParaRPr/>
          </a:p>
        </p:txBody>
      </p:sp>
      <p:sp>
        <p:nvSpPr>
          <p:cNvPr id="187" name="Google Shape;187;p27"/>
          <p:cNvSpPr txBox="1">
            <a:spLocks noGrp="1"/>
          </p:cNvSpPr>
          <p:nvPr>
            <p:ph type="sldNum" idx="12"/>
          </p:nvPr>
        </p:nvSpPr>
        <p:spPr>
          <a:xfrm>
            <a:off x="8379084" y="4799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100"/>
              <a:t>7</a:t>
            </a:fld>
            <a:endParaRPr sz="900"/>
          </a:p>
        </p:txBody>
      </p:sp>
      <p:sp>
        <p:nvSpPr>
          <p:cNvPr id="188" name="Google Shape;188;p27"/>
          <p:cNvSpPr txBox="1">
            <a:spLocks noGrp="1"/>
          </p:cNvSpPr>
          <p:nvPr>
            <p:ph type="sldNum" idx="12"/>
          </p:nvPr>
        </p:nvSpPr>
        <p:spPr>
          <a:xfrm>
            <a:off x="139970" y="4799200"/>
            <a:ext cx="88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100" dirty="0">
                <a:solidFill>
                  <a:srgbClr val="000000"/>
                </a:solidFill>
              </a:rPr>
              <a:t>Q1 - 2025</a:t>
            </a:r>
            <a:endParaRPr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DHBW_RV_PPT_Vorlage">
  <a:themeElements>
    <a:clrScheme name="Benutzerdefiniert 3">
      <a:dk1>
        <a:srgbClr val="5C6971"/>
      </a:dk1>
      <a:lt1>
        <a:srgbClr val="FFFFFF"/>
      </a:lt1>
      <a:dk2>
        <a:srgbClr val="8E130A"/>
      </a:dk2>
      <a:lt2>
        <a:srgbClr val="FFFFFF"/>
      </a:lt2>
      <a:accent1>
        <a:srgbClr val="E2001A"/>
      </a:accent1>
      <a:accent2>
        <a:srgbClr val="F58179"/>
      </a:accent2>
      <a:accent3>
        <a:srgbClr val="FAC0BC"/>
      </a:accent3>
      <a:accent4>
        <a:srgbClr val="DDE1E3"/>
      </a:accent4>
      <a:accent5>
        <a:srgbClr val="BBC3C8"/>
      </a:accent5>
      <a:accent6>
        <a:srgbClr val="9AA5AC"/>
      </a:accent6>
      <a:hlink>
        <a:srgbClr val="E2001A"/>
      </a:hlink>
      <a:folHlink>
        <a:srgbClr val="A2ADB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Bildschirmpräsentation (16:9)</PresentationFormat>
  <Slides>7</Slides>
  <Notes>7</Notes>
  <HiddenSlides>0</HiddenSlide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8" baseType="lpstr">
      <vt:lpstr>1_DHBW_RV_PPT_Vorlage</vt:lpstr>
      <vt:lpstr>Posterpräsentation </vt:lpstr>
      <vt:lpstr>Gliederung</vt:lpstr>
      <vt:lpstr>Anwendungsfall</vt:lpstr>
      <vt:lpstr>Data Cleaning</vt:lpstr>
      <vt:lpstr>Data Exploration</vt:lpstr>
      <vt:lpstr>Predictive Modelling</vt:lpstr>
      <vt:lpstr>Nächste Schritte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7</cp:revision>
  <dcterms:modified xsi:type="dcterms:W3CDTF">2025-03-05T15:04:10Z</dcterms:modified>
</cp:coreProperties>
</file>